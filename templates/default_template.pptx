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演示文稿标题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CCDDEE"/>
                </a:solidFill>
                <a:latin typeface="微软雅黑"/>
              </a:defRPr>
            </a:pPr>
            <a:r>
              <a:t>副标题说明文字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/>
              </a:defRPr>
            </a:pPr>
            <a:r>
              <a:t>•  第一章 概述</a:t>
            </a:r>
          </a:p>
          <a:p>
            <a:pPr algn="l"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/>
              </a:defRPr>
            </a:pPr>
            <a:r>
              <a:t>•  第二章 核心内容</a:t>
            </a:r>
          </a:p>
          <a:p>
            <a:pPr algn="l"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/>
              </a:defRPr>
            </a:pPr>
            <a:r>
              <a:t>•  第三章 详细分析</a:t>
            </a:r>
          </a:p>
          <a:p>
            <a:pPr algn="l">
              <a:spcAft>
                <a:spcPts val="1600"/>
              </a:spcAft>
              <a:defRPr sz="2000">
                <a:solidFill>
                  <a:srgbClr val="333333"/>
                </a:solidFill>
                <a:latin typeface="微软雅黑"/>
              </a:defRPr>
            </a:pPr>
            <a:r>
              <a:t>•  第四章 总结与展望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